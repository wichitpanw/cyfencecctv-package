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4"/>
  </p:notesMasterIdLst>
  <p:sldIdLst>
    <p:sldId id="682" r:id="rId2"/>
    <p:sldId id="1108844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965C"/>
    <a:srgbClr val="41D228"/>
    <a:srgbClr val="011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BA8809-AA13-4C90-B7DA-E7A0B8AD4770}" v="4" dt="2024-04-22T02:38:03.0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สไตล์สีปานกลาง 2 - เน้น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สไตล์สีปานกลาง 2 - เน้น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สไตล์สีเข้ม 1 - เน้น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สไตล์สีเข้ม 1 - เน้น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สไตล์สีเข้ม 1 - เน้น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สไตล์สีปานกลาง 2 - เน้น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สไตล์สีปานกลาง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220" autoAdjust="0"/>
  </p:normalViewPr>
  <p:slideViewPr>
    <p:cSldViewPr snapToGrid="0">
      <p:cViewPr varScale="1">
        <p:scale>
          <a:sx n="100" d="100"/>
          <a:sy n="100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332B1-8170-4C4A-A8D5-3B2D3BA0E85C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8D327-3DA6-463F-92C6-47C3F389D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29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074568" y="3978224"/>
            <a:ext cx="4039481" cy="897266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5400">
                <a:solidFill>
                  <a:srgbClr val="54595F"/>
                </a:solidFill>
                <a:latin typeface="TH Sarabun New" panose="020B0500040200020003" pitchFamily="34" charset="-34"/>
                <a:ea typeface="TH Sarabun New" panose="020B0500040200020003" pitchFamily="34" charset="-34"/>
                <a:cs typeface="TH Sarabun New" panose="020B0500040200020003" pitchFamily="34" charset="-34"/>
                <a:sym typeface="NT Bold"/>
              </a:defRPr>
            </a:lvl1pPr>
            <a:lvl2pPr marL="971550" indent="-514350" algn="ctr">
              <a:buFontTx/>
              <a:defRPr sz="5400">
                <a:solidFill>
                  <a:srgbClr val="54595F"/>
                </a:solidFill>
                <a:latin typeface="TH Sarabun New" panose="020B0500040200020003" pitchFamily="34" charset="-34"/>
                <a:ea typeface="TH Sarabun New" panose="020B0500040200020003" pitchFamily="34" charset="-34"/>
                <a:cs typeface="TH Sarabun New" panose="020B0500040200020003" pitchFamily="34" charset="-34"/>
                <a:sym typeface="NT Bold"/>
              </a:defRPr>
            </a:lvl2pPr>
            <a:lvl3pPr marL="1531619" indent="-617219" algn="ctr">
              <a:buFontTx/>
              <a:defRPr sz="5400">
                <a:solidFill>
                  <a:srgbClr val="54595F"/>
                </a:solidFill>
                <a:latin typeface="TH Sarabun New" panose="020B0500040200020003" pitchFamily="34" charset="-34"/>
                <a:ea typeface="TH Sarabun New" panose="020B0500040200020003" pitchFamily="34" charset="-34"/>
                <a:cs typeface="TH Sarabun New" panose="020B0500040200020003" pitchFamily="34" charset="-34"/>
                <a:sym typeface="NT Bold"/>
              </a:defRPr>
            </a:lvl3pPr>
            <a:lvl4pPr marL="2057400" indent="-685800" algn="ctr">
              <a:buFontTx/>
              <a:defRPr sz="5400">
                <a:solidFill>
                  <a:srgbClr val="54595F"/>
                </a:solidFill>
                <a:latin typeface="TH Sarabun New" panose="020B0500040200020003" pitchFamily="34" charset="-34"/>
                <a:ea typeface="TH Sarabun New" panose="020B0500040200020003" pitchFamily="34" charset="-34"/>
                <a:cs typeface="TH Sarabun New" panose="020B0500040200020003" pitchFamily="34" charset="-34"/>
                <a:sym typeface="NT Bold"/>
              </a:defRPr>
            </a:lvl4pPr>
            <a:lvl5pPr marL="2514600" indent="-685800" algn="ctr">
              <a:buFontTx/>
              <a:defRPr sz="5400">
                <a:solidFill>
                  <a:srgbClr val="54595F"/>
                </a:solidFill>
                <a:latin typeface="TH Sarabun New" panose="020B0500040200020003" pitchFamily="34" charset="-34"/>
                <a:ea typeface="TH Sarabun New" panose="020B0500040200020003" pitchFamily="34" charset="-34"/>
                <a:cs typeface="TH Sarabun New" panose="020B0500040200020003" pitchFamily="34" charset="-34"/>
                <a:sym typeface="NT Bold"/>
              </a:defRPr>
            </a:lvl5pPr>
          </a:lstStyle>
          <a:p>
            <a:r>
              <a:rPr dirty="0"/>
              <a:t>Heading </a:t>
            </a:r>
            <a:r>
              <a:rPr dirty="0" err="1"/>
              <a:t>หัวเรื่อง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pic>
        <p:nvPicPr>
          <p:cNvPr id="26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33" y="1514231"/>
            <a:ext cx="5074917" cy="3829540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© National Telecom All Rights Reserved"/>
          <p:cNvSpPr txBox="1"/>
          <p:nvPr/>
        </p:nvSpPr>
        <p:spPr>
          <a:xfrm>
            <a:off x="10461700" y="6614417"/>
            <a:ext cx="1393010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900">
                <a:latin typeface="NT Regular"/>
                <a:ea typeface="NT Regular"/>
                <a:cs typeface="NT Regular"/>
                <a:sym typeface="NT Regular"/>
              </a:defRPr>
            </a:lvl1pPr>
          </a:lstStyle>
          <a:p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© National Telecom All Rights Reserved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9789B074-FCED-49F1-91F9-0F63B80CA4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569" y="1405696"/>
            <a:ext cx="2553478" cy="255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9216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3DFCB-3EAB-EF3E-E1B5-67FE5709E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0851"/>
            <a:ext cx="10515600" cy="825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T" panose="020B0500040200020003" pitchFamily="34" charset="-34"/>
                <a:ea typeface="+mj-ea"/>
                <a:cs typeface="NT" panose="020B0500040200020003" pitchFamily="34" charset="-34"/>
              </a:defRPr>
            </a:lvl1pPr>
          </a:lstStyle>
          <a:p>
            <a:pPr algn="l"/>
            <a:endParaRPr lang="en-US" b="1" i="0" dirty="0">
              <a:effectLst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BF2B5BE8-EEE6-C117-7AE0-3D858E9DFDEB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62757" y="1412135"/>
            <a:ext cx="11243468" cy="463624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latin typeface="TH Sarabun New" panose="020B0500040200020003" pitchFamily="34" charset="-34"/>
                <a:ea typeface="TH Sarabun New" panose="020B0500040200020003" pitchFamily="34" charset="-34"/>
                <a:cs typeface="TH Sarabun New" panose="020B0500040200020003" pitchFamily="34" charset="-34"/>
                <a:sym typeface="NT Regular"/>
              </a:defRPr>
            </a:lvl1pPr>
          </a:lstStyle>
          <a:p>
            <a:r>
              <a:rPr dirty="0" err="1"/>
              <a:t>Pellentesque</a:t>
            </a:r>
            <a:r>
              <a:rPr dirty="0"/>
              <a:t> semper </a:t>
            </a:r>
            <a:r>
              <a:rPr dirty="0" err="1"/>
              <a:t>purus</a:t>
            </a:r>
            <a:r>
              <a:rPr dirty="0"/>
              <a:t> </a:t>
            </a:r>
            <a:r>
              <a:rPr dirty="0" err="1"/>
              <a:t>ut</a:t>
            </a:r>
            <a:r>
              <a:rPr dirty="0"/>
              <a:t> </a:t>
            </a:r>
            <a:r>
              <a:rPr dirty="0" err="1"/>
              <a:t>sollicitudin</a:t>
            </a:r>
            <a:r>
              <a:rPr dirty="0"/>
              <a:t> </a:t>
            </a:r>
            <a:r>
              <a:rPr dirty="0" err="1"/>
              <a:t>posuere</a:t>
            </a:r>
            <a:r>
              <a:rPr dirty="0"/>
              <a:t>. </a:t>
            </a:r>
            <a:r>
              <a:rPr dirty="0" err="1"/>
              <a:t>Praesent</a:t>
            </a:r>
            <a:r>
              <a:rPr dirty="0"/>
              <a:t> </a:t>
            </a:r>
            <a:r>
              <a:rPr dirty="0" err="1"/>
              <a:t>placerat</a:t>
            </a:r>
            <a:r>
              <a:rPr dirty="0"/>
              <a:t> </a:t>
            </a:r>
            <a:r>
              <a:rPr dirty="0" err="1"/>
              <a:t>ullamcorper</a:t>
            </a:r>
            <a:r>
              <a:rPr dirty="0"/>
              <a:t> </a:t>
            </a:r>
            <a:r>
              <a:rPr dirty="0" err="1"/>
              <a:t>bibendum</a:t>
            </a:r>
            <a:r>
              <a:rPr dirty="0"/>
              <a:t>. </a:t>
            </a:r>
            <a:r>
              <a:rPr dirty="0" err="1"/>
              <a:t>Proin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pretium</a:t>
            </a:r>
            <a:r>
              <a:rPr dirty="0"/>
              <a:t> </a:t>
            </a:r>
            <a:r>
              <a:rPr dirty="0" err="1"/>
              <a:t>lacinia</a:t>
            </a:r>
            <a:r>
              <a:rPr dirty="0"/>
              <a:t> </a:t>
            </a:r>
            <a:r>
              <a:rPr dirty="0" err="1"/>
              <a:t>tellus</a:t>
            </a:r>
            <a:r>
              <a:rPr dirty="0"/>
              <a:t>. </a:t>
            </a:r>
            <a:r>
              <a:rPr dirty="0" err="1"/>
              <a:t>Curabitur</a:t>
            </a:r>
            <a:r>
              <a:rPr dirty="0"/>
              <a:t> vitae </a:t>
            </a:r>
            <a:r>
              <a:rPr dirty="0" err="1"/>
              <a:t>metus</a:t>
            </a:r>
            <a:r>
              <a:rPr dirty="0"/>
              <a:t> la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volutpat</a:t>
            </a:r>
            <a:r>
              <a:rPr dirty="0"/>
              <a:t>, convallis </a:t>
            </a:r>
            <a:r>
              <a:rPr dirty="0" err="1"/>
              <a:t>nisl</a:t>
            </a:r>
            <a:r>
              <a:rPr dirty="0"/>
              <a:t> porta, </a:t>
            </a:r>
            <a:r>
              <a:rPr dirty="0" err="1"/>
              <a:t>rutrum</a:t>
            </a:r>
            <a:r>
              <a:rPr dirty="0"/>
              <a:t> </a:t>
            </a:r>
            <a:r>
              <a:rPr dirty="0" err="1"/>
              <a:t>urna</a:t>
            </a:r>
            <a:r>
              <a:rPr dirty="0"/>
              <a:t>. </a:t>
            </a:r>
            <a:r>
              <a:rPr dirty="0" err="1"/>
              <a:t>Sus</a:t>
            </a:r>
            <a:r>
              <a:rPr dirty="0"/>
              <a:t> a </a:t>
            </a:r>
            <a:r>
              <a:rPr dirty="0" err="1"/>
              <a:t>suspendisse</a:t>
            </a:r>
            <a:r>
              <a:rPr dirty="0"/>
              <a:t> </a:t>
            </a:r>
            <a:r>
              <a:rPr dirty="0" err="1"/>
              <a:t>finibus</a:t>
            </a:r>
            <a:r>
              <a:rPr dirty="0"/>
              <a:t> </a:t>
            </a:r>
            <a:r>
              <a:rPr dirty="0" err="1"/>
              <a:t>mattis</a:t>
            </a:r>
            <a:r>
              <a:rPr dirty="0"/>
              <a:t> </a:t>
            </a:r>
            <a:r>
              <a:rPr dirty="0" err="1"/>
              <a:t>tincidunt</a:t>
            </a:r>
            <a:r>
              <a:rPr dirty="0"/>
              <a:t>. </a:t>
            </a:r>
            <a:r>
              <a:rPr dirty="0" err="1"/>
              <a:t>Sed</a:t>
            </a:r>
            <a:r>
              <a:rPr dirty="0"/>
              <a:t> quam </a:t>
            </a:r>
            <a:r>
              <a:rPr dirty="0" err="1"/>
              <a:t>massa</a:t>
            </a:r>
            <a:r>
              <a:rPr dirty="0"/>
              <a:t>, </a:t>
            </a:r>
            <a:r>
              <a:rPr dirty="0" err="1"/>
              <a:t>elementum</a:t>
            </a:r>
            <a:r>
              <a:rPr dirty="0"/>
              <a:t> et convallis </a:t>
            </a:r>
            <a:r>
              <a:rPr dirty="0" err="1"/>
              <a:t>dapibus</a:t>
            </a:r>
            <a:r>
              <a:rPr dirty="0"/>
              <a:t>.</a:t>
            </a:r>
            <a:endParaRPr lang="th-TH" dirty="0"/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26135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© National Telecom All Rights Reserved"/>
          <p:cNvSpPr txBox="1"/>
          <p:nvPr/>
        </p:nvSpPr>
        <p:spPr>
          <a:xfrm>
            <a:off x="9996231" y="6616549"/>
            <a:ext cx="1393010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900">
                <a:latin typeface="NT Regular"/>
                <a:ea typeface="NT Regular"/>
                <a:cs typeface="NT Regular"/>
                <a:sym typeface="NT Regular"/>
              </a:defRPr>
            </a:lvl1pPr>
          </a:lstStyle>
          <a:p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© National Telecom All Rights Reserved</a:t>
            </a:r>
          </a:p>
        </p:txBody>
      </p:sp>
      <p:sp>
        <p:nvSpPr>
          <p:cNvPr id="8" name="Freeform 7"/>
          <p:cNvSpPr/>
          <p:nvPr userDrawn="1"/>
        </p:nvSpPr>
        <p:spPr>
          <a:xfrm rot="10800000">
            <a:off x="11786427" y="6523125"/>
            <a:ext cx="167448" cy="334875"/>
          </a:xfrm>
          <a:custGeom>
            <a:avLst/>
            <a:gdLst>
              <a:gd name="connsiteX0" fmla="*/ 83724 w 167448"/>
              <a:gd name="connsiteY0" fmla="*/ 334875 h 334875"/>
              <a:gd name="connsiteX1" fmla="*/ 0 w 167448"/>
              <a:gd name="connsiteY1" fmla="*/ 251151 h 334875"/>
              <a:gd name="connsiteX2" fmla="*/ 0 w 167448"/>
              <a:gd name="connsiteY2" fmla="*/ 0 h 334875"/>
              <a:gd name="connsiteX3" fmla="*/ 167448 w 167448"/>
              <a:gd name="connsiteY3" fmla="*/ 0 h 334875"/>
              <a:gd name="connsiteX4" fmla="*/ 167448 w 167448"/>
              <a:gd name="connsiteY4" fmla="*/ 251151 h 334875"/>
              <a:gd name="connsiteX5" fmla="*/ 83724 w 167448"/>
              <a:gd name="connsiteY5" fmla="*/ 334875 h 33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448" h="334875">
                <a:moveTo>
                  <a:pt x="83724" y="334875"/>
                </a:moveTo>
                <a:cubicBezTo>
                  <a:pt x="37485" y="334875"/>
                  <a:pt x="0" y="297390"/>
                  <a:pt x="0" y="251151"/>
                </a:cubicBezTo>
                <a:lnTo>
                  <a:pt x="0" y="0"/>
                </a:lnTo>
                <a:lnTo>
                  <a:pt x="167448" y="0"/>
                </a:lnTo>
                <a:lnTo>
                  <a:pt x="167448" y="251151"/>
                </a:lnTo>
                <a:cubicBezTo>
                  <a:pt x="167448" y="297390"/>
                  <a:pt x="129963" y="334875"/>
                  <a:pt x="83724" y="334875"/>
                </a:cubicBezTo>
                <a:close/>
              </a:path>
            </a:pathLst>
          </a:custGeom>
          <a:solidFill>
            <a:srgbClr val="FFE511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78242" y="6562613"/>
            <a:ext cx="193295" cy="218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978CA3A-ADF7-4FD4-AE69-45CCE646F4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" y="6320282"/>
            <a:ext cx="1102682" cy="38650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E934B48-A694-4743-399B-BCFA362B8B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C23D8FE-DF7F-C747-C92B-FFCA7236F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0" y="452113"/>
            <a:ext cx="10618789" cy="82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>
                <a:solidFill>
                  <a:schemeClr val="tx1"/>
                </a:solidFill>
                <a:latin typeface="NT" panose="020B0500040200020003" pitchFamily="34" charset="-34"/>
                <a:ea typeface="+mj-ea"/>
                <a:cs typeface="NT" panose="020B0500040200020003" pitchFamily="34" charset="-34"/>
              </a:defRPr>
            </a:lvl1pPr>
          </a:lstStyle>
          <a:p>
            <a:pPr algn="l"/>
            <a:endParaRPr lang="en-US" b="1" i="0" dirty="0">
              <a:effectLst/>
            </a:endParaRP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E9C9E889-6E68-0156-B2FC-8C7C9A6A08FA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352425" y="1419225"/>
            <a:ext cx="11353800" cy="462915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latin typeface="TH Sarabun New" panose="020B0500040200020003" pitchFamily="34" charset="-34"/>
                <a:ea typeface="TH Sarabun New" panose="020B0500040200020003" pitchFamily="34" charset="-34"/>
                <a:cs typeface="TH Sarabun New" panose="020B0500040200020003" pitchFamily="34" charset="-34"/>
                <a:sym typeface="NT Regular"/>
              </a:defRPr>
            </a:lvl1pPr>
          </a:lstStyle>
          <a:p>
            <a:r>
              <a:rPr dirty="0" err="1"/>
              <a:t>Pellentesque</a:t>
            </a:r>
            <a:r>
              <a:rPr dirty="0"/>
              <a:t> semper </a:t>
            </a:r>
            <a:r>
              <a:rPr dirty="0" err="1"/>
              <a:t>purus</a:t>
            </a:r>
            <a:r>
              <a:rPr dirty="0"/>
              <a:t> </a:t>
            </a:r>
            <a:r>
              <a:rPr dirty="0" err="1"/>
              <a:t>ut</a:t>
            </a:r>
            <a:r>
              <a:rPr dirty="0"/>
              <a:t> </a:t>
            </a:r>
            <a:r>
              <a:rPr dirty="0" err="1"/>
              <a:t>sollicitudin</a:t>
            </a:r>
            <a:r>
              <a:rPr dirty="0"/>
              <a:t> </a:t>
            </a:r>
            <a:r>
              <a:rPr dirty="0" err="1"/>
              <a:t>posuere</a:t>
            </a:r>
            <a:r>
              <a:rPr dirty="0"/>
              <a:t>. </a:t>
            </a:r>
            <a:r>
              <a:rPr dirty="0" err="1"/>
              <a:t>Praesent</a:t>
            </a:r>
            <a:r>
              <a:rPr dirty="0"/>
              <a:t> </a:t>
            </a:r>
            <a:r>
              <a:rPr dirty="0" err="1"/>
              <a:t>placerat</a:t>
            </a:r>
            <a:r>
              <a:rPr dirty="0"/>
              <a:t> </a:t>
            </a:r>
            <a:r>
              <a:rPr dirty="0" err="1"/>
              <a:t>ullamcorper</a:t>
            </a:r>
            <a:r>
              <a:rPr dirty="0"/>
              <a:t> </a:t>
            </a:r>
            <a:r>
              <a:rPr dirty="0" err="1"/>
              <a:t>bibendum</a:t>
            </a:r>
            <a:r>
              <a:rPr dirty="0"/>
              <a:t>. </a:t>
            </a:r>
            <a:r>
              <a:rPr dirty="0" err="1"/>
              <a:t>Proin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pretium</a:t>
            </a:r>
            <a:r>
              <a:rPr dirty="0"/>
              <a:t> </a:t>
            </a:r>
            <a:r>
              <a:rPr dirty="0" err="1"/>
              <a:t>lacinia</a:t>
            </a:r>
            <a:r>
              <a:rPr dirty="0"/>
              <a:t> </a:t>
            </a:r>
            <a:r>
              <a:rPr dirty="0" err="1"/>
              <a:t>tellus</a:t>
            </a:r>
            <a:r>
              <a:rPr dirty="0"/>
              <a:t>. </a:t>
            </a:r>
            <a:r>
              <a:rPr dirty="0" err="1"/>
              <a:t>Curabitur</a:t>
            </a:r>
            <a:r>
              <a:rPr dirty="0"/>
              <a:t> vitae </a:t>
            </a:r>
            <a:r>
              <a:rPr dirty="0" err="1"/>
              <a:t>metus</a:t>
            </a:r>
            <a:r>
              <a:rPr dirty="0"/>
              <a:t> la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volutpat</a:t>
            </a:r>
            <a:r>
              <a:rPr dirty="0"/>
              <a:t>, convallis </a:t>
            </a:r>
            <a:r>
              <a:rPr dirty="0" err="1"/>
              <a:t>nisl</a:t>
            </a:r>
            <a:r>
              <a:rPr dirty="0"/>
              <a:t> porta, </a:t>
            </a:r>
            <a:r>
              <a:rPr dirty="0" err="1"/>
              <a:t>rutrum</a:t>
            </a:r>
            <a:r>
              <a:rPr dirty="0"/>
              <a:t> </a:t>
            </a:r>
            <a:r>
              <a:rPr dirty="0" err="1"/>
              <a:t>urna</a:t>
            </a:r>
            <a:r>
              <a:rPr dirty="0"/>
              <a:t>. </a:t>
            </a:r>
            <a:r>
              <a:rPr dirty="0" err="1"/>
              <a:t>Sus</a:t>
            </a:r>
            <a:r>
              <a:rPr dirty="0"/>
              <a:t> a </a:t>
            </a:r>
            <a:r>
              <a:rPr dirty="0" err="1"/>
              <a:t>suspendisse</a:t>
            </a:r>
            <a:r>
              <a:rPr dirty="0"/>
              <a:t> </a:t>
            </a:r>
            <a:r>
              <a:rPr dirty="0" err="1"/>
              <a:t>finibus</a:t>
            </a:r>
            <a:r>
              <a:rPr dirty="0"/>
              <a:t> </a:t>
            </a:r>
            <a:r>
              <a:rPr dirty="0" err="1"/>
              <a:t>mattis</a:t>
            </a:r>
            <a:r>
              <a:rPr dirty="0"/>
              <a:t> </a:t>
            </a:r>
            <a:r>
              <a:rPr dirty="0" err="1"/>
              <a:t>tincidunt</a:t>
            </a:r>
            <a:r>
              <a:rPr dirty="0"/>
              <a:t>. </a:t>
            </a:r>
            <a:r>
              <a:rPr dirty="0" err="1"/>
              <a:t>Sed</a:t>
            </a:r>
            <a:r>
              <a:rPr dirty="0"/>
              <a:t> quam </a:t>
            </a:r>
            <a:r>
              <a:rPr dirty="0" err="1"/>
              <a:t>massa</a:t>
            </a:r>
            <a:r>
              <a:rPr dirty="0"/>
              <a:t>, </a:t>
            </a:r>
            <a:r>
              <a:rPr dirty="0" err="1"/>
              <a:t>elementum</a:t>
            </a:r>
            <a:r>
              <a:rPr dirty="0"/>
              <a:t> et convallis </a:t>
            </a:r>
            <a:r>
              <a:rPr dirty="0" err="1"/>
              <a:t>dapibus</a:t>
            </a:r>
            <a:r>
              <a:rPr dirty="0"/>
              <a:t>.</a:t>
            </a:r>
            <a:endParaRPr lang="th-TH" dirty="0"/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71777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© National Telecom All Rights Reserved"/>
          <p:cNvSpPr txBox="1"/>
          <p:nvPr/>
        </p:nvSpPr>
        <p:spPr>
          <a:xfrm>
            <a:off x="9996231" y="6616549"/>
            <a:ext cx="1393010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900">
                <a:latin typeface="NT Regular"/>
                <a:ea typeface="NT Regular"/>
                <a:cs typeface="NT Regular"/>
                <a:sym typeface="NT Regular"/>
              </a:defRPr>
            </a:lvl1pPr>
          </a:lstStyle>
          <a:p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© National Telecom All Rights Reserved</a:t>
            </a:r>
          </a:p>
        </p:txBody>
      </p:sp>
      <p:sp>
        <p:nvSpPr>
          <p:cNvPr id="8" name="Freeform 7"/>
          <p:cNvSpPr/>
          <p:nvPr userDrawn="1"/>
        </p:nvSpPr>
        <p:spPr>
          <a:xfrm rot="10800000">
            <a:off x="11786427" y="6523125"/>
            <a:ext cx="167448" cy="334875"/>
          </a:xfrm>
          <a:custGeom>
            <a:avLst/>
            <a:gdLst>
              <a:gd name="connsiteX0" fmla="*/ 83724 w 167448"/>
              <a:gd name="connsiteY0" fmla="*/ 334875 h 334875"/>
              <a:gd name="connsiteX1" fmla="*/ 0 w 167448"/>
              <a:gd name="connsiteY1" fmla="*/ 251151 h 334875"/>
              <a:gd name="connsiteX2" fmla="*/ 0 w 167448"/>
              <a:gd name="connsiteY2" fmla="*/ 0 h 334875"/>
              <a:gd name="connsiteX3" fmla="*/ 167448 w 167448"/>
              <a:gd name="connsiteY3" fmla="*/ 0 h 334875"/>
              <a:gd name="connsiteX4" fmla="*/ 167448 w 167448"/>
              <a:gd name="connsiteY4" fmla="*/ 251151 h 334875"/>
              <a:gd name="connsiteX5" fmla="*/ 83724 w 167448"/>
              <a:gd name="connsiteY5" fmla="*/ 334875 h 33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448" h="334875">
                <a:moveTo>
                  <a:pt x="83724" y="334875"/>
                </a:moveTo>
                <a:cubicBezTo>
                  <a:pt x="37485" y="334875"/>
                  <a:pt x="0" y="297390"/>
                  <a:pt x="0" y="251151"/>
                </a:cubicBezTo>
                <a:lnTo>
                  <a:pt x="0" y="0"/>
                </a:lnTo>
                <a:lnTo>
                  <a:pt x="167448" y="0"/>
                </a:lnTo>
                <a:lnTo>
                  <a:pt x="167448" y="251151"/>
                </a:lnTo>
                <a:cubicBezTo>
                  <a:pt x="167448" y="297390"/>
                  <a:pt x="129963" y="334875"/>
                  <a:pt x="83724" y="334875"/>
                </a:cubicBezTo>
                <a:close/>
              </a:path>
            </a:pathLst>
          </a:custGeom>
          <a:solidFill>
            <a:srgbClr val="FFE511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78242" y="6562613"/>
            <a:ext cx="193295" cy="218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978CA3A-ADF7-4FD4-AE69-45CCE646F4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" y="6320282"/>
            <a:ext cx="1102682" cy="38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444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ounded Rectangle"/>
          <p:cNvSpPr/>
          <p:nvPr/>
        </p:nvSpPr>
        <p:spPr>
          <a:xfrm>
            <a:off x="11927890" y="197322"/>
            <a:ext cx="87294" cy="861075"/>
          </a:xfrm>
          <a:prstGeom prst="roundRect">
            <a:avLst>
              <a:gd name="adj" fmla="val 50000"/>
            </a:avLst>
          </a:prstGeom>
          <a:solidFill>
            <a:srgbClr val="FFE511"/>
          </a:solidFill>
          <a:ln w="12700"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57" name="© National Telecom All Rights Reserved"/>
          <p:cNvSpPr txBox="1"/>
          <p:nvPr/>
        </p:nvSpPr>
        <p:spPr>
          <a:xfrm>
            <a:off x="9996231" y="6616549"/>
            <a:ext cx="1393010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900">
                <a:latin typeface="NT Regular"/>
                <a:ea typeface="NT Regular"/>
                <a:cs typeface="NT Regular"/>
                <a:sym typeface="NT Regular"/>
              </a:defRPr>
            </a:lvl1pPr>
          </a:lstStyle>
          <a:p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© National Telecom All Rights Reserved</a:t>
            </a:r>
          </a:p>
        </p:txBody>
      </p:sp>
      <p:sp>
        <p:nvSpPr>
          <p:cNvPr id="16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019675" y="265308"/>
            <a:ext cx="6771258" cy="725103"/>
          </a:xfrm>
          <a:prstGeom prst="rect">
            <a:avLst/>
          </a:prstGeom>
        </p:spPr>
        <p:txBody>
          <a:bodyPr anchor="ctr"/>
          <a:lstStyle>
            <a:lvl1pPr marL="0" indent="0" algn="r">
              <a:buSzTx/>
              <a:buFontTx/>
              <a:buNone/>
              <a:defRPr sz="3000">
                <a:latin typeface="TH Sarabun New" panose="020B0500040200020003" pitchFamily="34" charset="-34"/>
                <a:ea typeface="TH Sarabun New" panose="020B0500040200020003" pitchFamily="34" charset="-34"/>
                <a:cs typeface="TH Sarabun New" panose="020B0500040200020003" pitchFamily="34" charset="-34"/>
                <a:sym typeface="NT Bold"/>
              </a:defRPr>
            </a:lvl1pPr>
            <a:lvl2pPr marL="742950" indent="-285750">
              <a:buFontTx/>
              <a:defRPr sz="3000">
                <a:latin typeface="NT Bold"/>
                <a:ea typeface="NT Bold"/>
                <a:cs typeface="NT Bold"/>
                <a:sym typeface="NT Bold"/>
              </a:defRPr>
            </a:lvl2pPr>
            <a:lvl3pPr marL="914400" indent="0">
              <a:buFontTx/>
              <a:buNone/>
              <a:defRPr sz="3000">
                <a:latin typeface="NT Bold"/>
                <a:ea typeface="NT Bold"/>
                <a:cs typeface="NT Bold"/>
                <a:sym typeface="NT Bold"/>
              </a:defRPr>
            </a:lvl3pPr>
            <a:lvl4pPr marL="1371600" indent="0">
              <a:buFontTx/>
              <a:buNone/>
              <a:defRPr sz="3000">
                <a:latin typeface="NT Bold"/>
                <a:ea typeface="NT Bold"/>
                <a:cs typeface="NT Bold"/>
                <a:sym typeface="NT Bold"/>
              </a:defRPr>
            </a:lvl4pPr>
            <a:lvl5pPr marL="1828800" indent="0">
              <a:buFontTx/>
              <a:buNone/>
              <a:defRPr sz="3000">
                <a:latin typeface="NT Bold"/>
                <a:ea typeface="NT Bold"/>
                <a:cs typeface="NT Bold"/>
                <a:sym typeface="NT Bold"/>
              </a:defRPr>
            </a:lvl5pPr>
          </a:lstStyle>
          <a:p>
            <a:r>
              <a:rPr dirty="0"/>
              <a:t>Heading </a:t>
            </a:r>
            <a:r>
              <a:rPr dirty="0" err="1"/>
              <a:t>หัวเรื่อ</a:t>
            </a:r>
            <a:r>
              <a:rPr lang="th-TH" dirty="0"/>
              <a:t>ง</a:t>
            </a:r>
            <a:endParaRPr dirty="0"/>
          </a:p>
        </p:txBody>
      </p:sp>
      <p:sp>
        <p:nvSpPr>
          <p:cNvPr id="8" name="Freeform 7"/>
          <p:cNvSpPr/>
          <p:nvPr userDrawn="1"/>
        </p:nvSpPr>
        <p:spPr>
          <a:xfrm rot="10800000">
            <a:off x="11786427" y="6523125"/>
            <a:ext cx="167448" cy="334875"/>
          </a:xfrm>
          <a:custGeom>
            <a:avLst/>
            <a:gdLst>
              <a:gd name="connsiteX0" fmla="*/ 83724 w 167448"/>
              <a:gd name="connsiteY0" fmla="*/ 334875 h 334875"/>
              <a:gd name="connsiteX1" fmla="*/ 0 w 167448"/>
              <a:gd name="connsiteY1" fmla="*/ 251151 h 334875"/>
              <a:gd name="connsiteX2" fmla="*/ 0 w 167448"/>
              <a:gd name="connsiteY2" fmla="*/ 0 h 334875"/>
              <a:gd name="connsiteX3" fmla="*/ 167448 w 167448"/>
              <a:gd name="connsiteY3" fmla="*/ 0 h 334875"/>
              <a:gd name="connsiteX4" fmla="*/ 167448 w 167448"/>
              <a:gd name="connsiteY4" fmla="*/ 251151 h 334875"/>
              <a:gd name="connsiteX5" fmla="*/ 83724 w 167448"/>
              <a:gd name="connsiteY5" fmla="*/ 334875 h 33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448" h="334875">
                <a:moveTo>
                  <a:pt x="83724" y="334875"/>
                </a:moveTo>
                <a:cubicBezTo>
                  <a:pt x="37485" y="334875"/>
                  <a:pt x="0" y="297390"/>
                  <a:pt x="0" y="251151"/>
                </a:cubicBezTo>
                <a:lnTo>
                  <a:pt x="0" y="0"/>
                </a:lnTo>
                <a:lnTo>
                  <a:pt x="167448" y="0"/>
                </a:lnTo>
                <a:lnTo>
                  <a:pt x="167448" y="251151"/>
                </a:lnTo>
                <a:cubicBezTo>
                  <a:pt x="167448" y="297390"/>
                  <a:pt x="129963" y="334875"/>
                  <a:pt x="83724" y="334875"/>
                </a:cubicBezTo>
                <a:close/>
              </a:path>
            </a:pathLst>
          </a:custGeom>
          <a:solidFill>
            <a:srgbClr val="FFE511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61" name="Slide Number"/>
          <p:cNvSpPr txBox="1">
            <a:spLocks noGrp="1"/>
          </p:cNvSpPr>
          <p:nvPr>
            <p:ph type="sldNum" sz="quarter" idx="2"/>
          </p:nvPr>
        </p:nvSpPr>
        <p:spPr>
          <a:xfrm flipH="1">
            <a:off x="11077575" y="6394547"/>
            <a:ext cx="700667" cy="38650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978CA3A-ADF7-4FD4-AE69-45CCE646F4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" y="6320282"/>
            <a:ext cx="1102682" cy="386507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D86CC1C1-0B8A-45DE-B224-FC654E068E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07" y="60579"/>
            <a:ext cx="4093600" cy="929832"/>
          </a:xfrm>
          <a:prstGeom prst="rect">
            <a:avLst/>
          </a:prstGeom>
        </p:spPr>
      </p:pic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974A0BD-852B-4F20-8C08-1805DBC205FB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62757" y="1412135"/>
            <a:ext cx="11243468" cy="463624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latin typeface="TH Sarabun New" panose="020B0500040200020003" pitchFamily="34" charset="-34"/>
                <a:ea typeface="TH Sarabun New" panose="020B0500040200020003" pitchFamily="34" charset="-34"/>
                <a:cs typeface="TH Sarabun New" panose="020B0500040200020003" pitchFamily="34" charset="-34"/>
                <a:sym typeface="NT Regular"/>
              </a:defRPr>
            </a:lvl1pPr>
          </a:lstStyle>
          <a:p>
            <a:r>
              <a:rPr dirty="0" err="1"/>
              <a:t>Pellentesque</a:t>
            </a:r>
            <a:r>
              <a:rPr dirty="0"/>
              <a:t> semper </a:t>
            </a:r>
            <a:r>
              <a:rPr dirty="0" err="1"/>
              <a:t>purus</a:t>
            </a:r>
            <a:r>
              <a:rPr dirty="0"/>
              <a:t> </a:t>
            </a:r>
            <a:r>
              <a:rPr dirty="0" err="1"/>
              <a:t>ut</a:t>
            </a:r>
            <a:r>
              <a:rPr dirty="0"/>
              <a:t> </a:t>
            </a:r>
            <a:r>
              <a:rPr dirty="0" err="1"/>
              <a:t>sollicitudin</a:t>
            </a:r>
            <a:r>
              <a:rPr dirty="0"/>
              <a:t> </a:t>
            </a:r>
            <a:r>
              <a:rPr dirty="0" err="1"/>
              <a:t>posuere</a:t>
            </a:r>
            <a:r>
              <a:rPr dirty="0"/>
              <a:t>. </a:t>
            </a:r>
            <a:r>
              <a:rPr dirty="0" err="1"/>
              <a:t>Praesent</a:t>
            </a:r>
            <a:r>
              <a:rPr dirty="0"/>
              <a:t> </a:t>
            </a:r>
            <a:r>
              <a:rPr dirty="0" err="1"/>
              <a:t>placerat</a:t>
            </a:r>
            <a:r>
              <a:rPr dirty="0"/>
              <a:t> </a:t>
            </a:r>
            <a:r>
              <a:rPr dirty="0" err="1"/>
              <a:t>ullamcorper</a:t>
            </a:r>
            <a:r>
              <a:rPr dirty="0"/>
              <a:t> </a:t>
            </a:r>
            <a:r>
              <a:rPr dirty="0" err="1"/>
              <a:t>bibendum</a:t>
            </a:r>
            <a:r>
              <a:rPr dirty="0"/>
              <a:t>. </a:t>
            </a:r>
            <a:r>
              <a:rPr dirty="0" err="1"/>
              <a:t>Proin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pretium</a:t>
            </a:r>
            <a:r>
              <a:rPr dirty="0"/>
              <a:t> </a:t>
            </a:r>
            <a:r>
              <a:rPr dirty="0" err="1"/>
              <a:t>lacinia</a:t>
            </a:r>
            <a:r>
              <a:rPr dirty="0"/>
              <a:t> </a:t>
            </a:r>
            <a:r>
              <a:rPr dirty="0" err="1"/>
              <a:t>tellus</a:t>
            </a:r>
            <a:r>
              <a:rPr dirty="0"/>
              <a:t>. </a:t>
            </a:r>
            <a:r>
              <a:rPr dirty="0" err="1"/>
              <a:t>Curabitur</a:t>
            </a:r>
            <a:r>
              <a:rPr dirty="0"/>
              <a:t> vitae </a:t>
            </a:r>
            <a:r>
              <a:rPr dirty="0" err="1"/>
              <a:t>metus</a:t>
            </a:r>
            <a:r>
              <a:rPr dirty="0"/>
              <a:t> la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volutpat</a:t>
            </a:r>
            <a:r>
              <a:rPr dirty="0"/>
              <a:t>, convallis </a:t>
            </a:r>
            <a:r>
              <a:rPr dirty="0" err="1"/>
              <a:t>nisl</a:t>
            </a:r>
            <a:r>
              <a:rPr dirty="0"/>
              <a:t> porta, </a:t>
            </a:r>
            <a:r>
              <a:rPr dirty="0" err="1"/>
              <a:t>rutrum</a:t>
            </a:r>
            <a:r>
              <a:rPr dirty="0"/>
              <a:t> </a:t>
            </a:r>
            <a:r>
              <a:rPr dirty="0" err="1"/>
              <a:t>urna</a:t>
            </a:r>
            <a:r>
              <a:rPr dirty="0"/>
              <a:t>. </a:t>
            </a:r>
            <a:r>
              <a:rPr dirty="0" err="1"/>
              <a:t>Sus</a:t>
            </a:r>
            <a:r>
              <a:rPr dirty="0"/>
              <a:t> a </a:t>
            </a:r>
            <a:r>
              <a:rPr dirty="0" err="1"/>
              <a:t>suspendisse</a:t>
            </a:r>
            <a:r>
              <a:rPr dirty="0"/>
              <a:t> </a:t>
            </a:r>
            <a:r>
              <a:rPr dirty="0" err="1"/>
              <a:t>finibus</a:t>
            </a:r>
            <a:r>
              <a:rPr dirty="0"/>
              <a:t> </a:t>
            </a:r>
            <a:r>
              <a:rPr dirty="0" err="1"/>
              <a:t>mattis</a:t>
            </a:r>
            <a:r>
              <a:rPr dirty="0"/>
              <a:t> </a:t>
            </a:r>
            <a:r>
              <a:rPr dirty="0" err="1"/>
              <a:t>tincidunt</a:t>
            </a:r>
            <a:r>
              <a:rPr dirty="0"/>
              <a:t>. </a:t>
            </a:r>
            <a:r>
              <a:rPr dirty="0" err="1"/>
              <a:t>Sed</a:t>
            </a:r>
            <a:r>
              <a:rPr dirty="0"/>
              <a:t> quam </a:t>
            </a:r>
            <a:r>
              <a:rPr dirty="0" err="1"/>
              <a:t>massa</a:t>
            </a:r>
            <a:r>
              <a:rPr dirty="0"/>
              <a:t>, </a:t>
            </a:r>
            <a:r>
              <a:rPr dirty="0" err="1"/>
              <a:t>elementum</a:t>
            </a:r>
            <a:r>
              <a:rPr dirty="0"/>
              <a:t> et convallis </a:t>
            </a:r>
            <a:r>
              <a:rPr dirty="0" err="1"/>
              <a:t>dapibus</a:t>
            </a:r>
            <a:r>
              <a:rPr dirty="0"/>
              <a:t>.</a:t>
            </a:r>
            <a:endParaRPr lang="th-TH" dirty="0"/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64429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ustom Layout">
    <p:bg>
      <p:bgPr>
        <a:solidFill>
          <a:srgbClr val="FFE5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© National Telecom All Rights Reserved"/>
          <p:cNvSpPr txBox="1"/>
          <p:nvPr/>
        </p:nvSpPr>
        <p:spPr>
          <a:xfrm>
            <a:off x="9996231" y="6616549"/>
            <a:ext cx="1393010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900">
                <a:latin typeface="NT Regular"/>
                <a:ea typeface="NT Regular"/>
                <a:cs typeface="NT Regular"/>
                <a:sym typeface="NT Regular"/>
              </a:defRPr>
            </a:lvl1pPr>
          </a:lstStyle>
          <a:p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© National Telecom All Rights Reserved</a:t>
            </a:r>
          </a:p>
        </p:txBody>
      </p:sp>
      <p:sp>
        <p:nvSpPr>
          <p:cNvPr id="1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78242" y="6562613"/>
            <a:ext cx="193295" cy="218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8" name="Freeform 17"/>
          <p:cNvSpPr/>
          <p:nvPr userDrawn="1"/>
        </p:nvSpPr>
        <p:spPr>
          <a:xfrm>
            <a:off x="0" y="206435"/>
            <a:ext cx="8988828" cy="828000"/>
          </a:xfrm>
          <a:custGeom>
            <a:avLst/>
            <a:gdLst>
              <a:gd name="connsiteX0" fmla="*/ 0 w 8988828"/>
              <a:gd name="connsiteY0" fmla="*/ 0 h 828000"/>
              <a:gd name="connsiteX1" fmla="*/ 8574828 w 8988828"/>
              <a:gd name="connsiteY1" fmla="*/ 0 h 828000"/>
              <a:gd name="connsiteX2" fmla="*/ 8988828 w 8988828"/>
              <a:gd name="connsiteY2" fmla="*/ 414000 h 828000"/>
              <a:gd name="connsiteX3" fmla="*/ 8574828 w 8988828"/>
              <a:gd name="connsiteY3" fmla="*/ 828000 h 828000"/>
              <a:gd name="connsiteX4" fmla="*/ 0 w 8988828"/>
              <a:gd name="connsiteY4" fmla="*/ 828000 h 82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8828" h="828000">
                <a:moveTo>
                  <a:pt x="0" y="0"/>
                </a:moveTo>
                <a:lnTo>
                  <a:pt x="8574828" y="0"/>
                </a:lnTo>
                <a:cubicBezTo>
                  <a:pt x="8803474" y="0"/>
                  <a:pt x="8988828" y="185354"/>
                  <a:pt x="8988828" y="414000"/>
                </a:cubicBezTo>
                <a:cubicBezTo>
                  <a:pt x="8988828" y="642646"/>
                  <a:pt x="8803474" y="828000"/>
                  <a:pt x="8574828" y="828000"/>
                </a:cubicBezTo>
                <a:lnTo>
                  <a:pt x="0" y="828000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h-TH" sz="2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7" name="Freeform 16"/>
          <p:cNvSpPr/>
          <p:nvPr userDrawn="1"/>
        </p:nvSpPr>
        <p:spPr>
          <a:xfrm>
            <a:off x="9071952" y="206435"/>
            <a:ext cx="3120049" cy="828000"/>
          </a:xfrm>
          <a:custGeom>
            <a:avLst/>
            <a:gdLst>
              <a:gd name="connsiteX0" fmla="*/ 414000 w 3120049"/>
              <a:gd name="connsiteY0" fmla="*/ 0 h 828000"/>
              <a:gd name="connsiteX1" fmla="*/ 3120049 w 3120049"/>
              <a:gd name="connsiteY1" fmla="*/ 0 h 828000"/>
              <a:gd name="connsiteX2" fmla="*/ 3120049 w 3120049"/>
              <a:gd name="connsiteY2" fmla="*/ 828000 h 828000"/>
              <a:gd name="connsiteX3" fmla="*/ 414000 w 3120049"/>
              <a:gd name="connsiteY3" fmla="*/ 828000 h 828000"/>
              <a:gd name="connsiteX4" fmla="*/ 0 w 3120049"/>
              <a:gd name="connsiteY4" fmla="*/ 414000 h 828000"/>
              <a:gd name="connsiteX5" fmla="*/ 414000 w 3120049"/>
              <a:gd name="connsiteY5" fmla="*/ 0 h 82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0049" h="828000">
                <a:moveTo>
                  <a:pt x="414000" y="0"/>
                </a:moveTo>
                <a:lnTo>
                  <a:pt x="3120049" y="0"/>
                </a:lnTo>
                <a:lnTo>
                  <a:pt x="3120049" y="828000"/>
                </a:lnTo>
                <a:lnTo>
                  <a:pt x="414000" y="828000"/>
                </a:lnTo>
                <a:cubicBezTo>
                  <a:pt x="185354" y="828000"/>
                  <a:pt x="0" y="642646"/>
                  <a:pt x="0" y="414000"/>
                </a:cubicBezTo>
                <a:cubicBezTo>
                  <a:pt x="0" y="185354"/>
                  <a:pt x="185354" y="0"/>
                  <a:pt x="414000" y="0"/>
                </a:cubicBez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h-TH" sz="2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6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8944" y="265308"/>
            <a:ext cx="3955144" cy="725103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  <a:defRPr sz="3000">
                <a:latin typeface="TH Sarabun New" panose="020B0500040200020003" pitchFamily="34" charset="-34"/>
                <a:ea typeface="TH Sarabun New" panose="020B0500040200020003" pitchFamily="34" charset="-34"/>
                <a:cs typeface="TH Sarabun New" panose="020B0500040200020003" pitchFamily="34" charset="-34"/>
                <a:sym typeface="NT Bold"/>
              </a:defRPr>
            </a:lvl1pPr>
            <a:lvl2pPr marL="742950" indent="-285750">
              <a:buFontTx/>
              <a:defRPr sz="3000">
                <a:latin typeface="NT Bold"/>
                <a:ea typeface="NT Bold"/>
                <a:cs typeface="NT Bold"/>
                <a:sym typeface="NT Bold"/>
              </a:defRPr>
            </a:lvl2pPr>
            <a:lvl3pPr marL="914400" indent="0">
              <a:buFontTx/>
              <a:buNone/>
              <a:defRPr sz="3000">
                <a:latin typeface="NT Bold"/>
                <a:ea typeface="NT Bold"/>
                <a:cs typeface="NT Bold"/>
                <a:sym typeface="NT Bold"/>
              </a:defRPr>
            </a:lvl3pPr>
            <a:lvl4pPr marL="1371600" indent="0">
              <a:buFontTx/>
              <a:buNone/>
              <a:defRPr sz="3000">
                <a:latin typeface="NT Bold"/>
                <a:ea typeface="NT Bold"/>
                <a:cs typeface="NT Bold"/>
                <a:sym typeface="NT Bold"/>
              </a:defRPr>
            </a:lvl4pPr>
            <a:lvl5pPr marL="1828800" indent="0">
              <a:buFontTx/>
              <a:buNone/>
              <a:defRPr sz="3000">
                <a:latin typeface="NT Bold"/>
                <a:ea typeface="NT Bold"/>
                <a:cs typeface="NT Bold"/>
                <a:sym typeface="NT Bold"/>
              </a:defRPr>
            </a:lvl5pPr>
          </a:lstStyle>
          <a:p>
            <a:r>
              <a:rPr dirty="0"/>
              <a:t>Heading </a:t>
            </a:r>
            <a:r>
              <a:rPr dirty="0" err="1"/>
              <a:t>หัวเรื่อ</a:t>
            </a:r>
            <a:r>
              <a:rPr lang="th-TH" dirty="0"/>
              <a:t>ง</a:t>
            </a:r>
            <a:endParaRPr dirty="0"/>
          </a:p>
        </p:txBody>
      </p:sp>
      <p:sp>
        <p:nvSpPr>
          <p:cNvPr id="12" name="Text Placeholder 15"/>
          <p:cNvSpPr>
            <a:spLocks noGrp="1"/>
          </p:cNvSpPr>
          <p:nvPr>
            <p:ph type="body" sz="half" idx="21" hasCustomPrompt="1"/>
          </p:nvPr>
        </p:nvSpPr>
        <p:spPr>
          <a:xfrm>
            <a:off x="605632" y="1485366"/>
            <a:ext cx="11028649" cy="4574966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latin typeface="TH Sarabun New" panose="020B0500040200020003" pitchFamily="34" charset="-34"/>
                <a:ea typeface="TH Sarabun New" panose="020B0500040200020003" pitchFamily="34" charset="-34"/>
                <a:cs typeface="TH Sarabun New" panose="020B0500040200020003" pitchFamily="34" charset="-34"/>
                <a:sym typeface="NT Regular"/>
              </a:defRPr>
            </a:lvl1pPr>
          </a:lstStyle>
          <a:p>
            <a:r>
              <a:rPr dirty="0" err="1"/>
              <a:t>Pellentesque</a:t>
            </a:r>
            <a:r>
              <a:rPr dirty="0"/>
              <a:t> semper </a:t>
            </a:r>
            <a:r>
              <a:rPr dirty="0" err="1"/>
              <a:t>purus</a:t>
            </a:r>
            <a:r>
              <a:rPr dirty="0"/>
              <a:t> </a:t>
            </a:r>
            <a:r>
              <a:rPr dirty="0" err="1"/>
              <a:t>ut</a:t>
            </a:r>
            <a:r>
              <a:rPr dirty="0"/>
              <a:t> </a:t>
            </a:r>
            <a:r>
              <a:rPr dirty="0" err="1"/>
              <a:t>sollicitudin</a:t>
            </a:r>
            <a:r>
              <a:rPr dirty="0"/>
              <a:t> </a:t>
            </a:r>
            <a:r>
              <a:rPr dirty="0" err="1"/>
              <a:t>posuere</a:t>
            </a:r>
            <a:r>
              <a:rPr dirty="0"/>
              <a:t>. </a:t>
            </a:r>
            <a:r>
              <a:rPr dirty="0" err="1"/>
              <a:t>Praesent</a:t>
            </a:r>
            <a:r>
              <a:rPr dirty="0"/>
              <a:t> </a:t>
            </a:r>
            <a:r>
              <a:rPr dirty="0" err="1"/>
              <a:t>placerat</a:t>
            </a:r>
            <a:r>
              <a:rPr dirty="0"/>
              <a:t> </a:t>
            </a:r>
            <a:r>
              <a:rPr dirty="0" err="1"/>
              <a:t>ullamcorper</a:t>
            </a:r>
            <a:r>
              <a:rPr dirty="0"/>
              <a:t> </a:t>
            </a:r>
            <a:r>
              <a:rPr dirty="0" err="1"/>
              <a:t>bibendum</a:t>
            </a:r>
            <a:r>
              <a:rPr dirty="0"/>
              <a:t>. </a:t>
            </a:r>
            <a:r>
              <a:rPr dirty="0" err="1"/>
              <a:t>Proin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pretium</a:t>
            </a:r>
            <a:r>
              <a:rPr dirty="0"/>
              <a:t> </a:t>
            </a:r>
            <a:r>
              <a:rPr dirty="0" err="1"/>
              <a:t>lacinia</a:t>
            </a:r>
            <a:r>
              <a:rPr dirty="0"/>
              <a:t> </a:t>
            </a:r>
            <a:r>
              <a:rPr dirty="0" err="1"/>
              <a:t>tellus</a:t>
            </a:r>
            <a:r>
              <a:rPr dirty="0"/>
              <a:t>. </a:t>
            </a:r>
            <a:r>
              <a:rPr dirty="0" err="1"/>
              <a:t>Curabitur</a:t>
            </a:r>
            <a:r>
              <a:rPr dirty="0"/>
              <a:t> vitae </a:t>
            </a:r>
            <a:r>
              <a:rPr dirty="0" err="1"/>
              <a:t>metus</a:t>
            </a:r>
            <a:r>
              <a:rPr dirty="0"/>
              <a:t> la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volutpat</a:t>
            </a:r>
            <a:r>
              <a:rPr dirty="0"/>
              <a:t>, convallis </a:t>
            </a:r>
            <a:r>
              <a:rPr dirty="0" err="1"/>
              <a:t>nisl</a:t>
            </a:r>
            <a:r>
              <a:rPr dirty="0"/>
              <a:t> porta, </a:t>
            </a:r>
            <a:r>
              <a:rPr dirty="0" err="1"/>
              <a:t>rutrum</a:t>
            </a:r>
            <a:r>
              <a:rPr dirty="0"/>
              <a:t> </a:t>
            </a:r>
            <a:r>
              <a:rPr dirty="0" err="1"/>
              <a:t>urna</a:t>
            </a:r>
            <a:r>
              <a:rPr dirty="0"/>
              <a:t>. </a:t>
            </a:r>
            <a:r>
              <a:rPr dirty="0" err="1"/>
              <a:t>Sus</a:t>
            </a:r>
            <a:r>
              <a:rPr dirty="0"/>
              <a:t> a </a:t>
            </a:r>
            <a:r>
              <a:rPr dirty="0" err="1"/>
              <a:t>suspendisse</a:t>
            </a:r>
            <a:r>
              <a:rPr dirty="0"/>
              <a:t> </a:t>
            </a:r>
            <a:r>
              <a:rPr dirty="0" err="1"/>
              <a:t>finibus</a:t>
            </a:r>
            <a:r>
              <a:rPr dirty="0"/>
              <a:t> </a:t>
            </a:r>
            <a:r>
              <a:rPr dirty="0" err="1"/>
              <a:t>mattis</a:t>
            </a:r>
            <a:r>
              <a:rPr dirty="0"/>
              <a:t> </a:t>
            </a:r>
            <a:r>
              <a:rPr dirty="0" err="1"/>
              <a:t>tincidunt</a:t>
            </a:r>
            <a:r>
              <a:rPr dirty="0"/>
              <a:t>. </a:t>
            </a:r>
            <a:r>
              <a:rPr dirty="0" err="1"/>
              <a:t>Sed</a:t>
            </a:r>
            <a:r>
              <a:rPr dirty="0"/>
              <a:t> quam </a:t>
            </a:r>
            <a:r>
              <a:rPr dirty="0" err="1"/>
              <a:t>massa</a:t>
            </a:r>
            <a:r>
              <a:rPr dirty="0"/>
              <a:t>, </a:t>
            </a:r>
            <a:r>
              <a:rPr dirty="0" err="1"/>
              <a:t>elementum</a:t>
            </a:r>
            <a:r>
              <a:rPr dirty="0"/>
              <a:t> et convallis </a:t>
            </a:r>
            <a:r>
              <a:rPr dirty="0" err="1"/>
              <a:t>dapibus</a:t>
            </a:r>
            <a:r>
              <a:rPr dirty="0"/>
              <a:t>.</a:t>
            </a:r>
            <a:endParaRPr lang="th-TH" dirty="0"/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2978028-2F9E-429C-81B2-3E83D76919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" y="6320282"/>
            <a:ext cx="1102683" cy="38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1991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© National Telecom All Rights Reserved"/>
          <p:cNvSpPr txBox="1"/>
          <p:nvPr/>
        </p:nvSpPr>
        <p:spPr>
          <a:xfrm>
            <a:off x="9996231" y="6616549"/>
            <a:ext cx="1393010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900">
                <a:latin typeface="NT Regular"/>
                <a:ea typeface="NT Regular"/>
                <a:cs typeface="NT Regular"/>
                <a:sym typeface="NT Regular"/>
              </a:defRPr>
            </a:lvl1pPr>
          </a:lstStyle>
          <a:p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© National Telecom All Rights Reserved</a:t>
            </a:r>
          </a:p>
        </p:txBody>
      </p:sp>
      <p:sp>
        <p:nvSpPr>
          <p:cNvPr id="8" name="Freeform 7"/>
          <p:cNvSpPr/>
          <p:nvPr userDrawn="1"/>
        </p:nvSpPr>
        <p:spPr>
          <a:xfrm rot="10800000">
            <a:off x="11786427" y="6523125"/>
            <a:ext cx="167448" cy="334875"/>
          </a:xfrm>
          <a:custGeom>
            <a:avLst/>
            <a:gdLst>
              <a:gd name="connsiteX0" fmla="*/ 83724 w 167448"/>
              <a:gd name="connsiteY0" fmla="*/ 334875 h 334875"/>
              <a:gd name="connsiteX1" fmla="*/ 0 w 167448"/>
              <a:gd name="connsiteY1" fmla="*/ 251151 h 334875"/>
              <a:gd name="connsiteX2" fmla="*/ 0 w 167448"/>
              <a:gd name="connsiteY2" fmla="*/ 0 h 334875"/>
              <a:gd name="connsiteX3" fmla="*/ 167448 w 167448"/>
              <a:gd name="connsiteY3" fmla="*/ 0 h 334875"/>
              <a:gd name="connsiteX4" fmla="*/ 167448 w 167448"/>
              <a:gd name="connsiteY4" fmla="*/ 251151 h 334875"/>
              <a:gd name="connsiteX5" fmla="*/ 83724 w 167448"/>
              <a:gd name="connsiteY5" fmla="*/ 334875 h 33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448" h="334875">
                <a:moveTo>
                  <a:pt x="83724" y="334875"/>
                </a:moveTo>
                <a:cubicBezTo>
                  <a:pt x="37485" y="334875"/>
                  <a:pt x="0" y="297390"/>
                  <a:pt x="0" y="251151"/>
                </a:cubicBezTo>
                <a:lnTo>
                  <a:pt x="0" y="0"/>
                </a:lnTo>
                <a:lnTo>
                  <a:pt x="167448" y="0"/>
                </a:lnTo>
                <a:lnTo>
                  <a:pt x="167448" y="251151"/>
                </a:lnTo>
                <a:cubicBezTo>
                  <a:pt x="167448" y="297390"/>
                  <a:pt x="129963" y="334875"/>
                  <a:pt x="83724" y="334875"/>
                </a:cubicBezTo>
                <a:close/>
              </a:path>
            </a:pathLst>
          </a:custGeom>
          <a:solidFill>
            <a:srgbClr val="FFE511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78242" y="6562613"/>
            <a:ext cx="193295" cy="218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" name="Freeform 12"/>
          <p:cNvSpPr/>
          <p:nvPr userDrawn="1"/>
        </p:nvSpPr>
        <p:spPr>
          <a:xfrm>
            <a:off x="0" y="206435"/>
            <a:ext cx="8988828" cy="828000"/>
          </a:xfrm>
          <a:custGeom>
            <a:avLst/>
            <a:gdLst>
              <a:gd name="connsiteX0" fmla="*/ 0 w 8988828"/>
              <a:gd name="connsiteY0" fmla="*/ 0 h 828000"/>
              <a:gd name="connsiteX1" fmla="*/ 8574828 w 8988828"/>
              <a:gd name="connsiteY1" fmla="*/ 0 h 828000"/>
              <a:gd name="connsiteX2" fmla="*/ 8988828 w 8988828"/>
              <a:gd name="connsiteY2" fmla="*/ 414000 h 828000"/>
              <a:gd name="connsiteX3" fmla="*/ 8574828 w 8988828"/>
              <a:gd name="connsiteY3" fmla="*/ 828000 h 828000"/>
              <a:gd name="connsiteX4" fmla="*/ 0 w 8988828"/>
              <a:gd name="connsiteY4" fmla="*/ 828000 h 82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8828" h="828000">
                <a:moveTo>
                  <a:pt x="0" y="0"/>
                </a:moveTo>
                <a:lnTo>
                  <a:pt x="8574828" y="0"/>
                </a:lnTo>
                <a:cubicBezTo>
                  <a:pt x="8803474" y="0"/>
                  <a:pt x="8988828" y="185354"/>
                  <a:pt x="8988828" y="414000"/>
                </a:cubicBezTo>
                <a:cubicBezTo>
                  <a:pt x="8988828" y="642646"/>
                  <a:pt x="8803474" y="828000"/>
                  <a:pt x="8574828" y="828000"/>
                </a:cubicBezTo>
                <a:lnTo>
                  <a:pt x="0" y="828000"/>
                </a:lnTo>
                <a:close/>
              </a:path>
            </a:pathLst>
          </a:custGeom>
          <a:solidFill>
            <a:srgbClr val="FFE51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h-TH" sz="2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2" name="Freeform 11"/>
          <p:cNvSpPr/>
          <p:nvPr userDrawn="1"/>
        </p:nvSpPr>
        <p:spPr>
          <a:xfrm>
            <a:off x="9071952" y="206435"/>
            <a:ext cx="3120049" cy="828000"/>
          </a:xfrm>
          <a:custGeom>
            <a:avLst/>
            <a:gdLst>
              <a:gd name="connsiteX0" fmla="*/ 414000 w 3120049"/>
              <a:gd name="connsiteY0" fmla="*/ 0 h 828000"/>
              <a:gd name="connsiteX1" fmla="*/ 3120049 w 3120049"/>
              <a:gd name="connsiteY1" fmla="*/ 0 h 828000"/>
              <a:gd name="connsiteX2" fmla="*/ 3120049 w 3120049"/>
              <a:gd name="connsiteY2" fmla="*/ 828000 h 828000"/>
              <a:gd name="connsiteX3" fmla="*/ 414000 w 3120049"/>
              <a:gd name="connsiteY3" fmla="*/ 828000 h 828000"/>
              <a:gd name="connsiteX4" fmla="*/ 0 w 3120049"/>
              <a:gd name="connsiteY4" fmla="*/ 414000 h 828000"/>
              <a:gd name="connsiteX5" fmla="*/ 414000 w 3120049"/>
              <a:gd name="connsiteY5" fmla="*/ 0 h 82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0049" h="828000">
                <a:moveTo>
                  <a:pt x="414000" y="0"/>
                </a:moveTo>
                <a:lnTo>
                  <a:pt x="3120049" y="0"/>
                </a:lnTo>
                <a:lnTo>
                  <a:pt x="3120049" y="828000"/>
                </a:lnTo>
                <a:lnTo>
                  <a:pt x="414000" y="828000"/>
                </a:lnTo>
                <a:cubicBezTo>
                  <a:pt x="185354" y="828000"/>
                  <a:pt x="0" y="642646"/>
                  <a:pt x="0" y="414000"/>
                </a:cubicBezTo>
                <a:cubicBezTo>
                  <a:pt x="0" y="185354"/>
                  <a:pt x="185354" y="0"/>
                  <a:pt x="414000" y="0"/>
                </a:cubicBezTo>
                <a:close/>
              </a:path>
            </a:pathLst>
          </a:custGeom>
          <a:solidFill>
            <a:srgbClr val="FFE51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h-TH" sz="2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6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8944" y="265308"/>
            <a:ext cx="3955144" cy="725103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  <a:defRPr sz="3000" b="1">
                <a:latin typeface="NT" panose="020B0500040200020003" pitchFamily="34" charset="-34"/>
                <a:ea typeface="NT" panose="020B0500040200020003" pitchFamily="34" charset="-34"/>
                <a:cs typeface="NT" panose="020B0500040200020003" pitchFamily="34" charset="-34"/>
                <a:sym typeface="NT Bold"/>
              </a:defRPr>
            </a:lvl1pPr>
            <a:lvl2pPr marL="742950" indent="-285750">
              <a:buFontTx/>
              <a:defRPr sz="3000">
                <a:latin typeface="NT Bold"/>
                <a:ea typeface="NT Bold"/>
                <a:cs typeface="NT Bold"/>
                <a:sym typeface="NT Bold"/>
              </a:defRPr>
            </a:lvl2pPr>
            <a:lvl3pPr marL="914400" indent="0">
              <a:buFontTx/>
              <a:buNone/>
              <a:defRPr sz="3000">
                <a:latin typeface="NT Bold"/>
                <a:ea typeface="NT Bold"/>
                <a:cs typeface="NT Bold"/>
                <a:sym typeface="NT Bold"/>
              </a:defRPr>
            </a:lvl3pPr>
            <a:lvl4pPr marL="1371600" indent="0">
              <a:buFontTx/>
              <a:buNone/>
              <a:defRPr sz="3000">
                <a:latin typeface="NT Bold"/>
                <a:ea typeface="NT Bold"/>
                <a:cs typeface="NT Bold"/>
                <a:sym typeface="NT Bold"/>
              </a:defRPr>
            </a:lvl4pPr>
            <a:lvl5pPr marL="1828800" indent="0">
              <a:buFontTx/>
              <a:buNone/>
              <a:defRPr sz="3000">
                <a:latin typeface="NT Bold"/>
                <a:ea typeface="NT Bold"/>
                <a:cs typeface="NT Bold"/>
                <a:sym typeface="NT Bold"/>
              </a:defRPr>
            </a:lvl5pPr>
          </a:lstStyle>
          <a:p>
            <a:r>
              <a:rPr dirty="0"/>
              <a:t>Heading </a:t>
            </a:r>
            <a:r>
              <a:rPr dirty="0" err="1"/>
              <a:t>หัวเรื่อ</a:t>
            </a:r>
            <a:r>
              <a:rPr lang="th-TH" dirty="0"/>
              <a:t>ง</a:t>
            </a:r>
            <a:endParaRPr dirty="0"/>
          </a:p>
        </p:txBody>
      </p:sp>
      <p:sp>
        <p:nvSpPr>
          <p:cNvPr id="10" name="Text Placeholder 15"/>
          <p:cNvSpPr>
            <a:spLocks noGrp="1"/>
          </p:cNvSpPr>
          <p:nvPr>
            <p:ph type="body" sz="half" idx="21" hasCustomPrompt="1"/>
          </p:nvPr>
        </p:nvSpPr>
        <p:spPr>
          <a:xfrm>
            <a:off x="605632" y="1485366"/>
            <a:ext cx="11028649" cy="4574966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latin typeface="TH Sarabun New" panose="020B0500040200020003" pitchFamily="34" charset="-34"/>
                <a:ea typeface="TH Sarabun New" panose="020B0500040200020003" pitchFamily="34" charset="-34"/>
                <a:cs typeface="TH Sarabun New" panose="020B0500040200020003" pitchFamily="34" charset="-34"/>
                <a:sym typeface="NT Regular"/>
              </a:defRPr>
            </a:lvl1pPr>
          </a:lstStyle>
          <a:p>
            <a:r>
              <a:rPr dirty="0" err="1"/>
              <a:t>Pellentesque</a:t>
            </a:r>
            <a:r>
              <a:rPr dirty="0"/>
              <a:t> semper </a:t>
            </a:r>
            <a:r>
              <a:rPr dirty="0" err="1"/>
              <a:t>purus</a:t>
            </a:r>
            <a:r>
              <a:rPr dirty="0"/>
              <a:t> </a:t>
            </a:r>
            <a:r>
              <a:rPr dirty="0" err="1"/>
              <a:t>ut</a:t>
            </a:r>
            <a:r>
              <a:rPr dirty="0"/>
              <a:t> </a:t>
            </a:r>
            <a:r>
              <a:rPr dirty="0" err="1"/>
              <a:t>sollicitudin</a:t>
            </a:r>
            <a:r>
              <a:rPr dirty="0"/>
              <a:t> </a:t>
            </a:r>
            <a:r>
              <a:rPr dirty="0" err="1"/>
              <a:t>posuere</a:t>
            </a:r>
            <a:r>
              <a:rPr dirty="0"/>
              <a:t>. </a:t>
            </a:r>
            <a:r>
              <a:rPr dirty="0" err="1"/>
              <a:t>Praesent</a:t>
            </a:r>
            <a:r>
              <a:rPr dirty="0"/>
              <a:t> </a:t>
            </a:r>
            <a:r>
              <a:rPr dirty="0" err="1"/>
              <a:t>placerat</a:t>
            </a:r>
            <a:r>
              <a:rPr dirty="0"/>
              <a:t> </a:t>
            </a:r>
            <a:r>
              <a:rPr dirty="0" err="1"/>
              <a:t>ullamcorper</a:t>
            </a:r>
            <a:r>
              <a:rPr dirty="0"/>
              <a:t> </a:t>
            </a:r>
            <a:r>
              <a:rPr dirty="0" err="1"/>
              <a:t>bibendum</a:t>
            </a:r>
            <a:r>
              <a:rPr dirty="0"/>
              <a:t>. </a:t>
            </a:r>
            <a:r>
              <a:rPr dirty="0" err="1"/>
              <a:t>Proin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pretium</a:t>
            </a:r>
            <a:r>
              <a:rPr dirty="0"/>
              <a:t> </a:t>
            </a:r>
            <a:r>
              <a:rPr dirty="0" err="1"/>
              <a:t>lacinia</a:t>
            </a:r>
            <a:r>
              <a:rPr dirty="0"/>
              <a:t> </a:t>
            </a:r>
            <a:r>
              <a:rPr dirty="0" err="1"/>
              <a:t>tellus</a:t>
            </a:r>
            <a:r>
              <a:rPr dirty="0"/>
              <a:t>. </a:t>
            </a:r>
            <a:r>
              <a:rPr dirty="0" err="1"/>
              <a:t>Curabitur</a:t>
            </a:r>
            <a:r>
              <a:rPr dirty="0"/>
              <a:t> vitae </a:t>
            </a:r>
            <a:r>
              <a:rPr dirty="0" err="1"/>
              <a:t>metus</a:t>
            </a:r>
            <a:r>
              <a:rPr dirty="0"/>
              <a:t> la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volutpat</a:t>
            </a:r>
            <a:r>
              <a:rPr dirty="0"/>
              <a:t>, convallis </a:t>
            </a:r>
            <a:r>
              <a:rPr dirty="0" err="1"/>
              <a:t>nisl</a:t>
            </a:r>
            <a:r>
              <a:rPr dirty="0"/>
              <a:t> porta, </a:t>
            </a:r>
            <a:r>
              <a:rPr dirty="0" err="1"/>
              <a:t>rutrum</a:t>
            </a:r>
            <a:r>
              <a:rPr dirty="0"/>
              <a:t> </a:t>
            </a:r>
            <a:r>
              <a:rPr dirty="0" err="1"/>
              <a:t>urna</a:t>
            </a:r>
            <a:r>
              <a:rPr dirty="0"/>
              <a:t>. </a:t>
            </a:r>
            <a:r>
              <a:rPr dirty="0" err="1"/>
              <a:t>Sus</a:t>
            </a:r>
            <a:r>
              <a:rPr dirty="0"/>
              <a:t> a </a:t>
            </a:r>
            <a:r>
              <a:rPr dirty="0" err="1"/>
              <a:t>suspendisse</a:t>
            </a:r>
            <a:r>
              <a:rPr dirty="0"/>
              <a:t> </a:t>
            </a:r>
            <a:r>
              <a:rPr dirty="0" err="1"/>
              <a:t>finibus</a:t>
            </a:r>
            <a:r>
              <a:rPr dirty="0"/>
              <a:t> </a:t>
            </a:r>
            <a:r>
              <a:rPr dirty="0" err="1"/>
              <a:t>mattis</a:t>
            </a:r>
            <a:r>
              <a:rPr dirty="0"/>
              <a:t> </a:t>
            </a:r>
            <a:r>
              <a:rPr dirty="0" err="1"/>
              <a:t>tincidunt</a:t>
            </a:r>
            <a:r>
              <a:rPr dirty="0"/>
              <a:t>. </a:t>
            </a:r>
            <a:r>
              <a:rPr dirty="0" err="1"/>
              <a:t>Sed</a:t>
            </a:r>
            <a:r>
              <a:rPr dirty="0"/>
              <a:t> quam </a:t>
            </a:r>
            <a:r>
              <a:rPr dirty="0" err="1"/>
              <a:t>massa</a:t>
            </a:r>
            <a:r>
              <a:rPr dirty="0"/>
              <a:t>, </a:t>
            </a:r>
            <a:r>
              <a:rPr dirty="0" err="1"/>
              <a:t>elementum</a:t>
            </a:r>
            <a:r>
              <a:rPr dirty="0"/>
              <a:t> et convallis </a:t>
            </a:r>
            <a:r>
              <a:rPr dirty="0" err="1"/>
              <a:t>dapibus</a:t>
            </a:r>
            <a:r>
              <a:rPr dirty="0"/>
              <a:t>.</a:t>
            </a:r>
            <a:endParaRPr lang="th-TH" dirty="0"/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vitae </a:t>
            </a:r>
            <a:r>
              <a:rPr lang="en-US" dirty="0" err="1"/>
              <a:t>metus</a:t>
            </a:r>
            <a:r>
              <a:rPr lang="en-US" dirty="0"/>
              <a:t> la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, convallis </a:t>
            </a:r>
            <a:r>
              <a:rPr lang="en-US" dirty="0" err="1"/>
              <a:t>nisl</a:t>
            </a:r>
            <a:r>
              <a:rPr lang="en-US" dirty="0"/>
              <a:t> porta,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Sus</a:t>
            </a:r>
            <a:r>
              <a:rPr lang="en-US" dirty="0"/>
              <a:t> a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quam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elementum</a:t>
            </a:r>
            <a:r>
              <a:rPr lang="en-US" dirty="0"/>
              <a:t> et convallis </a:t>
            </a:r>
            <a:r>
              <a:rPr lang="en-US" dirty="0" err="1"/>
              <a:t>dapibus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88F4782-AB24-40A8-810F-DEB0F16A2E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" y="6320282"/>
            <a:ext cx="1102682" cy="38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4622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1_Custom Layout">
    <p:bg>
      <p:bgPr>
        <a:solidFill>
          <a:srgbClr val="FFE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smart-city-communication-network_edit.jpg" descr="smart-city-communication-network_edit.jpg"/>
          <p:cNvPicPr>
            <a:picLocks noChangeAspect="1"/>
          </p:cNvPicPr>
          <p:nvPr/>
        </p:nvPicPr>
        <p:blipFill>
          <a:blip r:embed="rId2">
            <a:alphaModFix amt="30000"/>
          </a:blip>
          <a:srcRect l="15697" t="32504" r="15697"/>
          <a:stretch>
            <a:fillRect/>
          </a:stretch>
        </p:blipFill>
        <p:spPr>
          <a:xfrm>
            <a:off x="7144" y="-156644"/>
            <a:ext cx="12192000" cy="7014644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349886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32" y="339537"/>
            <a:ext cx="11573197" cy="724247"/>
          </a:xfrm>
          <a:prstGeom prst="rect">
            <a:avLst/>
          </a:prstGeom>
        </p:spPr>
        <p:txBody>
          <a:bodyPr lIns="68562" tIns="68562" rIns="68562" bIns="34289" anchor="ctr"/>
          <a:lstStyle>
            <a:lvl1pPr marL="0" indent="0" algn="ctr">
              <a:buNone/>
              <a:defRPr sz="5467" b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5942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7500">
        <p14:prism/>
      </p:transition>
    </mc:Choice>
    <mc:Fallback xmlns="">
      <p:transition spd="slow" advClick="0" advTm="75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406928B-00C3-D9B3-4938-EF729DC3E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D59B5ED8-ABCE-35E5-4259-C49F37045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A4E767BB-2E29-0A25-534B-D66F51EFF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2CA0-BE91-423D-8E68-2D9E5BBFFAFD}" type="datetimeFigureOut">
              <a:rPr lang="th-TH" smtClean="0"/>
              <a:t>05/06/69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16041C4-64F3-69F8-3577-B7DEEC12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41907863-AAAE-6524-77F7-37E6472E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B958-5A2F-45B7-836F-03A6F5714D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1350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41B6E0F1-5AB9-461B-AB9B-0D431D72F7AD}" type="datetimeFigureOut">
              <a:rPr lang="zh-CN" altLang="en-US">
                <a:solidFill>
                  <a:prstClr val="black"/>
                </a:solidFill>
              </a:rPr>
              <a:pPr/>
              <a:t>2026/6/5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91952" y="6423497"/>
            <a:ext cx="180496" cy="230832"/>
          </a:xfrm>
          <a:prstGeom prst="rect">
            <a:avLst/>
          </a:prstGeom>
        </p:spPr>
        <p:txBody>
          <a:bodyPr/>
          <a:lstStyle/>
          <a:p>
            <a:fld id="{6BC79161-B3A8-413B-ACF5-24AB0508D564}" type="slidenum">
              <a:rPr lang="zh-CN" altLang="en-US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81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7500">
        <p14:prism/>
      </p:transition>
    </mc:Choice>
    <mc:Fallback xmlns="">
      <p:transition spd="slow" advClick="0" advTm="75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Picture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0" y="0"/>
            <a:ext cx="6088135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"/>
          <p:cNvSpPr/>
          <p:nvPr/>
        </p:nvSpPr>
        <p:spPr>
          <a:xfrm rot="10800000">
            <a:off x="0" y="-171176"/>
            <a:ext cx="6426142" cy="72419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034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1034" y="21600"/>
                </a:lnTo>
                <a:cubicBezTo>
                  <a:pt x="4773" y="21054"/>
                  <a:pt x="0" y="16383"/>
                  <a:pt x="0" y="10800"/>
                </a:cubicBezTo>
                <a:cubicBezTo>
                  <a:pt x="0" y="5217"/>
                  <a:pt x="4773" y="546"/>
                  <a:pt x="11034" y="0"/>
                </a:cubicBezTo>
                <a:close/>
              </a:path>
            </a:pathLst>
          </a:custGeom>
          <a:ln w="63500">
            <a:solidFill>
              <a:srgbClr val="FFE511"/>
            </a:solidFill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Circle"/>
          <p:cNvSpPr/>
          <p:nvPr/>
        </p:nvSpPr>
        <p:spPr>
          <a:xfrm>
            <a:off x="5926875" y="1666126"/>
            <a:ext cx="215553" cy="215553"/>
          </a:xfrm>
          <a:prstGeom prst="ellipse">
            <a:avLst/>
          </a:prstGeom>
          <a:solidFill>
            <a:srgbClr val="FFE511"/>
          </a:solidFill>
          <a:ln w="12700"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Circle"/>
          <p:cNvSpPr/>
          <p:nvPr/>
        </p:nvSpPr>
        <p:spPr>
          <a:xfrm>
            <a:off x="6274008" y="2808083"/>
            <a:ext cx="215553" cy="215553"/>
          </a:xfrm>
          <a:prstGeom prst="ellipse">
            <a:avLst/>
          </a:prstGeom>
          <a:solidFill>
            <a:srgbClr val="FFE511"/>
          </a:solidFill>
          <a:ln w="12700"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" name="Circle"/>
          <p:cNvSpPr/>
          <p:nvPr/>
        </p:nvSpPr>
        <p:spPr>
          <a:xfrm>
            <a:off x="6274008" y="3950039"/>
            <a:ext cx="215553" cy="215553"/>
          </a:xfrm>
          <a:prstGeom prst="ellipse">
            <a:avLst/>
          </a:prstGeom>
          <a:solidFill>
            <a:srgbClr val="FFE511"/>
          </a:solidFill>
          <a:ln w="12700"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" name="Circle"/>
          <p:cNvSpPr/>
          <p:nvPr/>
        </p:nvSpPr>
        <p:spPr>
          <a:xfrm>
            <a:off x="5863178" y="5091191"/>
            <a:ext cx="215553" cy="215553"/>
          </a:xfrm>
          <a:prstGeom prst="ellipse">
            <a:avLst/>
          </a:prstGeom>
          <a:solidFill>
            <a:srgbClr val="FFE511"/>
          </a:solidFill>
          <a:ln w="12700"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© National Telecom All Rights Reserved"/>
          <p:cNvSpPr txBox="1"/>
          <p:nvPr/>
        </p:nvSpPr>
        <p:spPr>
          <a:xfrm>
            <a:off x="9980814" y="6574039"/>
            <a:ext cx="1393010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900">
                <a:latin typeface="NT Regular"/>
                <a:ea typeface="NT Regular"/>
                <a:cs typeface="NT Regular"/>
                <a:sym typeface="NT Regular"/>
              </a:defRPr>
            </a:lvl1pPr>
          </a:lstStyle>
          <a:p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© National Telecom All Rights Reserved</a:t>
            </a:r>
          </a:p>
        </p:txBody>
      </p:sp>
      <p:sp>
        <p:nvSpPr>
          <p:cNvPr id="9" name="Rounded Rectangle"/>
          <p:cNvSpPr/>
          <p:nvPr/>
        </p:nvSpPr>
        <p:spPr>
          <a:xfrm rot="10800000">
            <a:off x="11786427" y="6507495"/>
            <a:ext cx="171221" cy="1603216"/>
          </a:xfrm>
          <a:prstGeom prst="roundRect">
            <a:avLst>
              <a:gd name="adj" fmla="val 50000"/>
            </a:avLst>
          </a:prstGeom>
          <a:solidFill>
            <a:srgbClr val="FFE511"/>
          </a:solidFill>
          <a:ln w="12700"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10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562" y="6446437"/>
            <a:ext cx="793460" cy="317502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Box 15"/>
          <p:cNvSpPr txBox="1"/>
          <p:nvPr/>
        </p:nvSpPr>
        <p:spPr>
          <a:xfrm>
            <a:off x="6475095" y="1171575"/>
            <a:ext cx="4051935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latin typeface="NT Bold"/>
                <a:ea typeface="NT Bold"/>
                <a:cs typeface="NT Bold"/>
                <a:sym typeface="NT Bold"/>
              </a:defRPr>
            </a:pP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Vestibulum semper eros et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laoreet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blandit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</a:t>
            </a:r>
          </a:p>
          <a:p>
            <a:pPr>
              <a:defRPr sz="1400">
                <a:latin typeface="NT Regular"/>
                <a:ea typeface="NT Regular"/>
                <a:cs typeface="NT Regular"/>
                <a:sym typeface="NT Regular"/>
              </a:defRPr>
            </a:pP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Lorem ipsum dolor sit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amet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consectetur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adipiscing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elit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Suspendisse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ut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laoreet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magna. Donec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urna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ipsum,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tempor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sed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pellentesque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sit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amet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elementum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at</a:t>
            </a:r>
          </a:p>
        </p:txBody>
      </p:sp>
      <p:sp>
        <p:nvSpPr>
          <p:cNvPr id="12" name="TextBox 16"/>
          <p:cNvSpPr txBox="1"/>
          <p:nvPr/>
        </p:nvSpPr>
        <p:spPr>
          <a:xfrm>
            <a:off x="6779894" y="2343150"/>
            <a:ext cx="4051936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latin typeface="NT Bold"/>
                <a:ea typeface="NT Bold"/>
                <a:cs typeface="NT Bold"/>
                <a:sym typeface="NT Bold"/>
              </a:defRPr>
            </a:pP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Vestibulum semper eros et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laoreet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blandit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</a:t>
            </a:r>
          </a:p>
          <a:p>
            <a:pPr>
              <a:defRPr sz="1400">
                <a:latin typeface="NT Regular"/>
                <a:ea typeface="NT Regular"/>
                <a:cs typeface="NT Regular"/>
                <a:sym typeface="NT Regular"/>
              </a:defRPr>
            </a:pP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Lorem ipsum dolor sit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amet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consectetur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adipiscing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elit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Suspendisse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ut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laoreet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magna. Donec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urna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ipsum,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tempor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sed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pellentesque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sit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amet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elementum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at</a:t>
            </a:r>
          </a:p>
        </p:txBody>
      </p:sp>
      <p:sp>
        <p:nvSpPr>
          <p:cNvPr id="13" name="TextBox 17"/>
          <p:cNvSpPr txBox="1"/>
          <p:nvPr/>
        </p:nvSpPr>
        <p:spPr>
          <a:xfrm>
            <a:off x="6808469" y="3552825"/>
            <a:ext cx="4051936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latin typeface="NT Bold"/>
                <a:ea typeface="NT Bold"/>
                <a:cs typeface="NT Bold"/>
                <a:sym typeface="NT Bold"/>
              </a:defRPr>
            </a:pP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Vestibulum semper eros et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laoreet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blandit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</a:t>
            </a:r>
          </a:p>
          <a:p>
            <a:pPr>
              <a:defRPr sz="1400">
                <a:latin typeface="NT Regular"/>
                <a:ea typeface="NT Regular"/>
                <a:cs typeface="NT Regular"/>
                <a:sym typeface="NT Regular"/>
              </a:defRPr>
            </a:pP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Lorem ipsum dolor sit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amet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consectetur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adipiscing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elit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Suspendisse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ut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laoreet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magna. Donec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urna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ipsum,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tempor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sed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pellentesque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sit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amet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elementum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at</a:t>
            </a:r>
          </a:p>
        </p:txBody>
      </p:sp>
      <p:sp>
        <p:nvSpPr>
          <p:cNvPr id="14" name="TextBox 18"/>
          <p:cNvSpPr txBox="1"/>
          <p:nvPr/>
        </p:nvSpPr>
        <p:spPr>
          <a:xfrm>
            <a:off x="6484620" y="4714875"/>
            <a:ext cx="4051935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latin typeface="NT Bold"/>
                <a:ea typeface="NT Bold"/>
                <a:cs typeface="NT Bold"/>
                <a:sym typeface="NT Bold"/>
              </a:defRPr>
            </a:pP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Vestibulum semper eros et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laoreet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blandit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</a:t>
            </a:r>
          </a:p>
          <a:p>
            <a:pPr>
              <a:defRPr sz="1400">
                <a:latin typeface="NT Regular"/>
                <a:ea typeface="NT Regular"/>
                <a:cs typeface="NT Regular"/>
                <a:sym typeface="NT Regular"/>
              </a:defRPr>
            </a:pP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Lorem ipsum dolor sit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amet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consectetur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adipiscing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elit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Suspendisse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ut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laoreet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magna. Donec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urna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ipsum,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tempor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sed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pellentesque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sit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amet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</a:t>
            </a:r>
            <a:r>
              <a:rPr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elementum</a:t>
            </a:r>
            <a:r>
              <a:rPr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at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86858" y="6506436"/>
            <a:ext cx="180497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ctr">
              <a:defRPr sz="900">
                <a:solidFill>
                  <a:srgbClr val="888888"/>
                </a:solidFill>
                <a:latin typeface="TH Sarabun New" panose="020B0500040200020003" pitchFamily="34" charset="-34"/>
                <a:ea typeface="TH Sarabun New" panose="020B0500040200020003" pitchFamily="34" charset="-34"/>
                <a:cs typeface="TH Sarabun New" panose="020B0500040200020003" pitchFamily="34" charset="-34"/>
                <a:sym typeface="NT Regular"/>
              </a:defRPr>
            </a:lvl1pPr>
          </a:lstStyle>
          <a:p>
            <a:fld id="{86CB4B4D-7CA3-9044-876B-883B54F8677D}" type="slidenum">
              <a:rPr lang="th-TH" smtClean="0"/>
              <a:pPr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15046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69" r:id="rId2"/>
    <p:sldLayoutId id="2147483770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1" r:id="rId9"/>
    <p:sldLayoutId id="2147483762" r:id="rId10"/>
    <p:sldLayoutId id="2147483768" r:id="rId1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T Regular"/>
        </a:defRPr>
      </a:lvl1pPr>
      <a:lvl2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T Regular"/>
        </a:defRPr>
      </a:lvl2pPr>
      <a:lvl3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T Regular"/>
        </a:defRPr>
      </a:lvl3pPr>
      <a:lvl4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T Regular"/>
        </a:defRPr>
      </a:lvl4pPr>
      <a:lvl5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T Regular"/>
        </a:defRPr>
      </a:lvl5pPr>
      <a:lvl6pPr marL="0" marR="0" indent="22860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T Regular"/>
        </a:defRPr>
      </a:lvl6pPr>
      <a:lvl7pPr marL="0" marR="0" indent="2743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T Regular"/>
        </a:defRPr>
      </a:lvl7pPr>
      <a:lvl8pPr marL="0" marR="0" indent="3200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T Regular"/>
        </a:defRPr>
      </a:lvl8pPr>
      <a:lvl9pPr marL="0" marR="0" indent="3657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T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B44467-F034-3BB2-71AA-9788684B57D0}"/>
              </a:ext>
            </a:extLst>
          </p:cNvPr>
          <p:cNvSpPr/>
          <p:nvPr/>
        </p:nvSpPr>
        <p:spPr>
          <a:xfrm>
            <a:off x="6467475" y="4076700"/>
            <a:ext cx="5276850" cy="1371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85" name="Text Placeholder 3"/>
          <p:cNvSpPr txBox="1">
            <a:spLocks noGrp="1"/>
          </p:cNvSpPr>
          <p:nvPr>
            <p:ph type="body" sz="quarter" idx="1"/>
          </p:nvPr>
        </p:nvSpPr>
        <p:spPr>
          <a:xfrm>
            <a:off x="6343650" y="4414479"/>
            <a:ext cx="5524500" cy="69604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70000"/>
              </a:lnSpc>
            </a:pPr>
            <a:r>
              <a:rPr lang="en-US" altLang="th-TH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</a:rPr>
              <a:t>CCTV</a:t>
            </a:r>
            <a:r>
              <a:rPr lang="th-TH" altLang="th-TH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altLang="th-TH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</a:rPr>
              <a:t>Solutions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Picture 3" descr="A close up of a camera&#10;&#10;Description automatically generated">
            <a:extLst>
              <a:ext uri="{FF2B5EF4-FFF2-40B4-BE49-F238E27FC236}">
                <a16:creationId xmlns:a16="http://schemas.microsoft.com/office/drawing/2014/main" id="{1B56D990-7E9A-93ED-38E5-9EE99A6D1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35641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4718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Helvetica Neue Medium</vt:lpstr>
      <vt:lpstr>NT</vt:lpstr>
      <vt:lpstr>NT Bold</vt:lpstr>
      <vt:lpstr>TH Sarabun New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Tanawat Pontchour</dc:creator>
  <cp:lastModifiedBy>Warapon Wichitpan</cp:lastModifiedBy>
  <cp:revision>191</cp:revision>
  <dcterms:created xsi:type="dcterms:W3CDTF">2019-01-23T07:14:23Z</dcterms:created>
  <dcterms:modified xsi:type="dcterms:W3CDTF">2026-06-05T11:21:42Z</dcterms:modified>
</cp:coreProperties>
</file>